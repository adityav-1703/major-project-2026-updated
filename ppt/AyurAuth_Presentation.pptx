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AyurAuth — B2C Herb Authenticity: Scan, Shop, and Trust What You Buy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Under the guidance of: Prof. Jayesh Rane and Vijen Gala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Aditya Rajesh Srinivas — 16014022115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Shreya Vikas Jhamb   — 16014022121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Product today: a shopper-first (B2C) web app — not a farmer-only portal.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Tech Stack (as implemented):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React 18 + TypeScript + Vite + Tailwind CSS + Framer Motion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Node.js + Express + JWT auth (consumer vs grower roles)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Local JSON store (fallback) + optional MongoDB Atlas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CNN — MobileNetV2 (herbal_auth_improved_final.h5), Flask on :5001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5 classes: Amla, Guava, Hibiscus, Neem, Tulsi  |  81.15% val. accuracy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QR verify (jsQR) + Shop catalog + My checks (consumer dashboard)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Shopper chatbot (rule engine + optional LLM)  |  10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1  AyurAuth — Aditya Rajesh Srinivas &amp; Shreya Vikas Jhamb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1.  Introduction — B2C authenticity for shoppers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2.  Problem Statement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3.  Literature Survey (10 papers)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4.  Literature Review Summary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5.  Objectives of the Project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6.  System Architecture — Block Diagram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7.  Shopper Workflow — Scan, Shop, My checks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8.  Methodology &amp; Proposed Approach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9.  CNN Model — MobileNetV2 (5 classes, measured scores)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10. AI Chatbot — shopper assistant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11. Backend — Express + JWT + local/Mongo storage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12. Work Done (live website)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13. Website screens (routes &amp; features)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14. Conclusion &amp; QnA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15.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2  AyurAuth — Aditya Rajesh Srinivas &amp; Shreya Vikas Jhamb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Ayurveda is one of the world's oldest holistic healing systems. Counterfeit and mislabelled herbs put buyers at risk.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AyurAuth is implemented as a B2C web product: the primary user is the shopper holding a pack, not only the farmer.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What a buyer can do on the live site (port 5173):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Scan a pack — camera QR, image upload, or batch ID  (/verify)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Browse verified listings with origin, AI score, indicative price  (/shop)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Create a free shopper account (default role: consumer)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Save scan history under My checks  (/consumer)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Ask the shopper chatbot how scanning and AI scores work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Growers remain supported as a secondary path: Sell / list a batch (/upload) + grower dashboard.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Authenticity is image-based CNN support — it does not replace laboratory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3  AyurAuth — Aditya Rajesh Srinivas &amp; Shreya Vikas Jhamb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"A Blockchain-driven system for authenticity, sustainability and export readiness of ayurvedic herbs"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Buyers cannot tell a genuine Ayurvedic pack from a fake or mislabelled one at the shelf.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Problems the current website actually attacks: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1. No instant pack check  —  shoppers now scan QR / batch ID and see AI + origin.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2. No public catalog of verified batches  —  /shop lists AI-verified herbs.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3. Farmer-only UX  —  signup defaults to consumer; landing CTAs are Scan / Shop / Sign up.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4. No saved proof of checks  —  My checks stores personal scan history.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5. Weak visual authenticity  —  MobileNetV2 CNN on 5 leaf classes with a 70% threshold.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6. Opaque records  —  each listing carries a tamper-evident hash + QR payload.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Out of current product scope (research goals, not live checkout): full Hyperledger network,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EU FMD / DSCSA automation, payments/cart, and live sustainability sensors.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4  AyurAuth — Aditya Rajesh Srinivas &amp; Shreya Vikas Jhamb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Literature Survey (References 1 –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1 — Kunjachan et al. (2023): CNN comparison (VGG-16, ResNet-50, EfficientNet-V2M) on 1,835 images / 30 Ayurvedic species.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EfficientNet-V2M achieved 98.24% accuracy.  Limitation: Sensitive to lighting and background.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2 — Kaushik et al. (2025): AI-enabled blockchain + QR for AYUSH drug supply chains (analysis of e-Aushadhi, e-Charak).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Comprehensive regulatory roadmap.  Limitation: Largely conceptual, requires rural infrastructure.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3 — Uniyal et al.: Hyperledger Fabric + Sequential CNN on 20-class medicinal plant dataset.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Real-time tamper-proof tracking.  Limitation: Lower classification accuracy than standalone DL models.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4 — Liu et al. (2021): Segmented Encryption — Blockchain + Smart Contracts + RFID/QR for herbal medicine.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Seed-to-shelf monitoring with high transparency.  Limitation: High cost for small-scale farmers.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5 — Rout (2025): MedicLedger — Ethereum blockchain for Ayurvedic product authentication.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Eliminates intermediaries, ensures fair pricing.  Limitation: Gas fees and scalability challenges.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5  AyurAuth — Aditya Rajesh Srinivas &amp; Shreya Vikas Jhamb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Literature Survey (References 6 –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6 — Balaji &amp; Parani (2022): DNA Barcoding (rbcL marker) on 107 powder samples / 65 species.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Accurate even in processed powder.  Limitation: Requires expert laboratory setup.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7 — Liu et al. (2021): Dual Blockchain (Private + Consortium) + IPFS for rare Chinese herbs.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Efficient off-chain storage.  Limitation: Increased technical complexity.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8 — Kaushal et al. (2023): Hyperledger Fabric benchmarking with simulated multi-org transactions.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High throughput, low latency, strong privacy.  Limitation: Advanced expertise required.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9 — Reddy et al. (2024): AI + Predictive Analytics + Blockchain for pharmaceutical supply chain.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Accurate demand forecasting.  Limitation: Requires large volumes of high-quality historical data.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Ref 10 — Yik et al. (2021): HerBChain — Consortium blockchain (Openchain) + QR for herbal quality assurance.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Strength: Prevents manipulation of quality records.  Limitation: Resistance to adoption in traditional industry.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6  AyurAuth — Aditya Rajesh Srinivas &amp; Shreya Vikas Jhamb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Literature Review —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While individual technologies exist, no single system addresses all challenges together.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Existing Systems: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Blockchain traceability systems (Hyperledger, Ethereum)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CNN models achieving up to 98% accuracy on herb images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Government portals — e-Aushadhi, e-Charak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QR-based supply chain monitoring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Gaps Identified across all 10 papers: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No unified end-to-end system covering the full supply chain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No export compliance automation (EU FMD / US DSCSA)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Limited scalability and authentication in existing platforms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Weak or absent real-time sustainability tracking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Conclusion: Literature still lacks a unified buyer-facing authenticity app. AyurAuth implements that B2C layer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7  AyurAuth — Aditya Rajesh Srinivas &amp; Shreya Vikas Jhamb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Objectives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1. Give shoppers a one-tap pack check: Scan QR, upload QR image, or enter batch ID (/verify).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2. Publish a B2C catalog of AI-verified herbs with origin, confidence, and indicative pack price (/shop).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3. Default new accounts to consumer; growers keep /upload and /dashboard as a secondary path.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4. Save personal scan history in My checks (/consumer) after login (JWT).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5. Run MobileNetV2 CNN (224×224) on Amla, Guava, Hibiscus, Neem, Tulsi; verify if confidence ≥ 0.70.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6. Attach a tamper-evident hash + ayurauth://batch/{uuid} QR to every listed batch.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7. Ship a shopper chatbot (rule engine + optional LLM) that never shares contact numbers.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8. Multilingual React SPA (10 languages) with dark/light theme; Flask ML service on port 5001.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8  AyurAuth — Aditya Rajesh Srinivas &amp; Shreya Vikas Jhamb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System Architecture — Block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Layer 1 — SHOPPER (B2C) + GROWER: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Shopper: Scan pack | Shop listings | My checks | Signup/Login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Grower (secondary): List a batch | Grower dashboard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            ↓  browser  http://localhost:5173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Layer 2 — FRONTEND  (React 18 + Vite + Tailwind):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/  /shop  /verify  /consumer  /upload  /dashboard  /login  /signup  /chat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Language switcher  |  Theme toggle  |  Floating AIChatbot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            ↓  VITE_API_URL → http://localhost:5000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Layer 3 — BACKEND  (Express :5000, JWT):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/api/auth  |  /api/herbs  |  /api/verify  |  /api/chat  |  /api/predict  |  /api/health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Storage: USE_LOCAL_DB → backend/data/local-db.json  (Atlas optional)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            ↓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Layer 4 — AI  (Flask :5001):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herbal_auth_improved_final.h5  |  224×224  |  softmax 5 classes  |  threshold 0.70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Layer 5 — TRUST RECORD: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UUID batchId  |  fakeBlockchainHash (hex)  |  QR payload ayurauth://batch/{id}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9  AyurAuth — Aditya Rajesh Srinivas &amp; Shreya Vikas Jhamb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Shopper Workflow — How the Website Works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B2C PATH (primary):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1. Land on home — CTAs: Scan a pack, Browse verified herbs, Sign up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2. Shop (/shop) — AI-verified cards: origin, AI %, indicative ₹ price, Confirm this pack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3. Confirm → /verify?code=…  looks up the batch (valid | unverified | invalid | malformed)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4. Or scan the QR on a physical pack (camera / image / paste ID)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5. Login as consumer → My checks saves scan history in the browser (per email)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GROWER PATH (secondary, footer link):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Photo + herb name + farmer ID + GPS → POST /api/herbs → Flask CNN → hash + QR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If confidence &lt; 0.70 the batch is stored but marked Not Verified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AUTH: JWT. New users are role=consumer. Grower demo: farmer@ayurauth.demo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Shopper demo: consumer@ayurauth.demo  /  demo1234@A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No cart or payment — authenticity marketplace, not checkout.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10  AyurAuth — Aditya Rajesh Srinivas &amp; Shreya Vikas Jhamb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Methodology &amp; Proposed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Step 1 — Shopper discovery: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Catalog reads GET /api/herbs; default filter = AI-verified only. Confirm pack deep-links to Verify.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Step 2 — Pack check: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jsQR decodes camera or uploaded QR. POST /api/verify returns status + herb card (origin, AI %, hash).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Step 3 — Grower listing (optional):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Geolocation API + image → Flask CNN. Threshold 0.70. UUID, hash, QR written to local-db.json or MongoDB.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Step 4 — Account: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JWT register/login. Consumers → /consumer. Growers → /dashboard.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Step 5 — Assistant: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POST /api/chat (rules in chatbotMatch.js) with local React fallback. Information-only; no phone/email.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11  AyurAuth — Aditya Rajesh Srinivas &amp; Shreya Vikas Jhamb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CNN Model — MobileNetV2 (measured on Kaggle leaves)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Weights: herbal_auth_improved_final.h5  |  Flask ml-service  |  input 224×224 RGB /255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Base: ImageNet MobileNetV2, freeze then fine-tune last 30 layers. Softmax → 5 classes.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Classes: Amla, Guava, Hibiscus, Neem, Tulsi  (Kaggle aryashah2k medicinal leaves)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Train: 622 images extracted; metrics on 20% val split, seed 42, n = 122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Validation scores (sklearn from saved confusion matrix):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Accuracy 81.15%   |   Macro P/R/F1  79.23% / 78.44% / 78.25%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Weighted F1 80.83%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Hibiscus F1 91.30%   Neem 88.46%   Tulsi 80.00%   Guava 79.31%   Amla 52.17%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Weak class: Amla (7 of 13 predicted as Guava). Train acc ~92% → some overfitting.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Serve rule: isAuthentic if confidence ≥ 0.70 (AI_VERIFY_THRESHOLD)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Confusion matrix file: CNN model/files/saved_models/confusion_matrix_final.png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12  AyurAuth — Aditya Rajesh Srinivas &amp; Shreya Vikas Jhamb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AI Chatbot — Shopper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Audience: buyers asking how to scan a pack, read AI scores, or use Shop / My checks.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Pipeline: message → POST /api/chat → chatbotMatch.js topics → React bubbles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Fallback: src/lib/chatbot.ts if the API is down. Contact/phone/email requests are refused.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UI: AIChatbot.tsx floating widget on every page; ChatPage.tsx at /chat (login).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Quick chips: How do I scan a pack?  AI authenticity?  Browse verified herbs?  My checks?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Topics: scan/verify, AI/CNN, shop listings, grower list-a-batch, hash records, workflow.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Not in scope: placing orders, helpline numbers, medical advice.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13  AyurAuth — Aditya Rajesh Srinivas &amp; Shreya Vikas Jhamb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Backend — Express, JWT, Local DB (and optional Mongo)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API  http://localhost:5000   (must be running or /shop shows ERR_CONNECTION_REFUSED)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GET  /api/health   GET/POST /api/herbs   GET /api/herbs/:id   GET .../qr-image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POST /api/verify   POST /api/auth/register|login   GET /api/auth/me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POST /api/chat     POST /api/predict (proxy to Flask)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Auth: JWT. Register default role = consumer. Grower role still allowed.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Storage: USE_LOCAL_DB=true → backend/data/local-db.json (used when Atlas DNS fails).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Images: local /uploads in dev. Flask: FLASK_API_URL=http://127.0.0.1:5001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Herb record: batchId, herbName, farmerId, imageUrl, origin, lat/lng, isVerified,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aiConfidence, predictedClass, blockchainHash, qrPayload, uploadedBy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Demo shopper: consumer@ayurauth.demo   Demo grower: farmer@ayurauth.demo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14  AyurAuth — Aditya Rajesh Srinivas &amp; Shreya Vikas Jhamb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Work Done — Live B2C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B2C positioning: landing, nav, copy, and default signup are shopper-first.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Routes: / shop, verify, consumer, upload, dashboard, login, signup, chat.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Shop catalog with verified filter, origin, AI score, indicative price, Confirm pack.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Verify: camera + file QR + batch ID + query ?code= from Shop.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JWT consumer vs grower redirects. Demo shopper account seeded in local-db.json.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Flask CNN service + improved MobileNetV2 weights; 5-class labels file.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Measured val. accuracy 81.15%, macro F1 78.25%, confusion matrix saved.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Chatbot rewritten for scan/shop questions; 10-language i18n (English B2C strings).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Local file DB fallback so the site works without MongoDB Atlas.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Not built: payment checkout, live Hyperledger peers, export-compliance stamps.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15  AyurAuth — Aditya Rajesh Srinivas &amp; Shreya Vikas Jhamb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Website — Screens to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Run:  npm run dev  (Vite :5173)   and   npm run backend  (Express :5000)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Optional:  python ml-service/app.py  (CNN :5001)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Show in this order: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1. Home /  —  Scan a pack, Browse verified herbs, Sign up (grower link in footer)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2. /shop  —  verified cards, Confirm this pack → /verify?code=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3. /verify  —  QR camera / upload / batch ID + status banner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4. /signup then /consumer  —  My checks scan history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5. /upload  —  grower list-a-batch (secondary)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6. Chat widget  —  “How do I scan a pack I bought?”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Open: http://localhost:5173/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16  AyurAuth — Aditya Rajesh Srinivas &amp; Shreya Vikas Jhamb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Conclusion &amp; QnA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AyurAuth is a working B2C authenticity app: shoppers scan packs, browse verified listings, and keep check history.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What ships today: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Shopper-first React SPA (Scan, Shop, My checks, JWT consumer accounts)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MobileNetV2 CNN — 5 classes, 81.15% validation accuracy, 70% serve threshold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Flask inference + Express API + local JSON (or Mongo) + QR (jsQR)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Tamper-evident batch hash (simulated ledger, not a live Fabric network)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Shopper chatbot + 10-language UI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Honest next steps: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Keep API on :5000 in local demos (USE_LOCAL_DB if Atlas DNS fails)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Optional: checkout/payments if you want full e-commerce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Optional: real Hyperledger Fabric instead of hash strings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  • Improve Amla class (more images) to lift recall from 46%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THANK YOU — Questions Welcome!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17  AyurAuth — Aditya Rajesh Srinivas &amp; Shreya Vikas Jhamb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0"/>
            <a:ext cx="11471695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11471695" cy="46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1. Kunjachan et al. (2023). Comparative Study of CNNs for Leaf Classification in Ayurveda. GEn-CITy 2023.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2. Kaushik et al. (2025). End-to-end traceability in Ayush drug supply chains. Int. J. Ayurveda Research, 6(4), 379–386.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3. Uniyal et al. Leveraging Deep Learning and Blockchain for Herbal Supply Chain Transparency. SRM Institute.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4. Liu et al. (2021). Segmented Encryption: Quality Model for Herbal Medicine using Blockchain. IEEE HEALTHCOM.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5. Rout, S.K. (2025). MedicLedger: Blockchain-Based Architecture for Ayurvedic Authentication. IJCET 16(1).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6. Balaji &amp; Parani (2022). DNA Barcoding of Herbal Powders Reveals Adulteration. Diversity, 14(495).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7. Liu et al. (2021). Traceability for Rare Chinese Herbs using Blockchain. 3rd Int. Conf. AI &amp; Adv. Manufacture.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8. Kaushal et al. (2023). Demystifying Hyperledger Fabric. ICSEIET, 116–120.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9. Reddy et al. (2024). AI &amp; Data Analytics for Pharmaceutical Supply Chain Optimization. IJISAE 12, 934–941.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10. Yik et al. (2021). HerBChain: Blockchain Platform for Herbal Quality Assurance. JTCM 11(6), 598–600.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18000"/>
            <a:ext cx="11471695" cy="3240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000" b="0" i="0">
                <a:latin typeface="Times New Roman"/>
                <a:solidFill>
                  <a:srgbClr val="000000">
                    <a:alpha val="50000"/>
                  </a:srgbClr>
                </a:solidFill>
              </a:rPr>
              <a:t>Slide 18  AyurAuth — Aditya Rajesh Srinivas &amp; Shreya Vikas Jhamb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